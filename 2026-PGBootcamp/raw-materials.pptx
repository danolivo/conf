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2760" name=""/>
          <p:cNvSpPr/>
          <p:nvPr/>
        </p:nvSpPr>
        <p:spPr bwMode="auto">
          <a:xfrm>
            <a:off x="3204174" y="3246102"/>
            <a:ext cx="5786278" cy="78905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error = </m:t>
                      </m:r>
                      <m:d>
                        <m:dPr>
                          <m:ctrlPr>
                            <a:rPr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ff"/>
                              <m:limLoc m:val="undOvr"/>
                              <m:supHide m:val="on"/>
                              <m:ctrlPr>
                                <a:rPr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nodes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log⁡</m:t>
                                  </m:r>
                                  <m:d>
                                    <m:dPr>
                                      <m:ctrlPr>
                                        <a:rPr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i"/>
                                            </m:rPr>
                                            <a:rPr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actual rows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sty m:val="i"/>
                                            </m:rPr>
                                            <a:rPr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planned rows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×normaliser</m:t>
                          </m:r>
                        </m:e>
                      </m:d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/ nnodes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71350" name=""/>
          <p:cNvSpPr/>
          <p:nvPr/>
        </p:nvSpPr>
        <p:spPr bwMode="auto">
          <a:xfrm flipH="0" flipV="0">
            <a:off x="1231526" y="2596194"/>
            <a:ext cx="6600138" cy="94188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2600">
                          <a:latin typeface="Cambria Math"/>
                          <a:ea typeface="Cambria Math"/>
                          <a:cs typeface="Cambria Math"/>
                        </a:rPr>
                        <m:t>sf=</m:t>
                      </m:r>
                      <m:func>
                        <m:funcPr>
                          <m:ctrlPr>
                            <a:rPr sz="2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sz="2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sz="26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i"/>
                                </m:rPr>
                                <a:rPr sz="26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nodes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sz="2600" i="1" u="none" strike="noStrike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sz="2600" i="1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i"/>
                                    </m:rPr>
                                    <a:rPr lang="ru-RU" sz="26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nloops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sz="2600" i="1" u="none" strike="noStrike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ru-RU" sz="2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sz="2600" i="1" u="none" strike="noStrike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ru-RU" sz="26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nloops+1</m:t>
                                          </m:r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m:rPr>
                                  <m:sty m:val="i"/>
                                </m:rPr>
                                <a:rPr lang="ru-RU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sz="2600" i="1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i"/>
                                    </m:rPr>
                                    <a:rPr sz="2600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subplan_time</m:t>
                                  </m:r>
                                </m:num>
                                <m:den>
                                  <m:r>
                                    <m:rPr>
                                      <m:sty m:val="i"/>
                                    </m:rPr>
                                    <a:rPr sz="2600" u="none" strike="noStrike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total_exectime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sz="26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Р7-Офис/7.2.2.36</Application>
  <DocSecurity>0</DocSecurity>
  <PresentationFormat>Widescreen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7</cp:revision>
  <dcterms:created xsi:type="dcterms:W3CDTF">2012-12-03T06:56:55Z</dcterms:created>
  <dcterms:modified xsi:type="dcterms:W3CDTF">2026-03-06T10:41:27Z</dcterms:modified>
  <cp:category/>
  <cp:contentStatus/>
  <cp:version/>
</cp:coreProperties>
</file>